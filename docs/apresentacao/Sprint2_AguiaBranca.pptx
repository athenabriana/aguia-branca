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1F3B"/>
                </a:solidFill>
                <a:latin typeface="Arial"/>
              </a:rPr>
              <a:t>Testes automatizados por camada (backend)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Domain</c:v>
                  </c:pt>
                  <c:pt idx="1">
                    <c:v>Application</c:v>
                  </c:pt>
                  <c:pt idx="2">
                    <c:v>Infrastructure</c:v>
                  </c:pt>
                  <c:pt idx="3">
                    <c:v>Api</c:v>
                  </c:pt>
                  <c:pt idx="4">
                    <c:v>Migrador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117</c:v>
                </c:pt>
                <c:pt idx="1">
                  <c:v>308</c:v>
                </c:pt>
                <c:pt idx="2">
                  <c:v>169</c:v>
                </c:pt>
                <c:pt idx="3">
                  <c:v>519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Preencher nome completo e RM de cada integrante antes da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INOVAGAB · Sprint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62495" y="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Águia Branca — Challenge FIAP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41A4A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41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INOVAGAB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inovação corporativa — Grupo Águia Branca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520440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F5A623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20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Challenge FIAP 2026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.NET 8 + MongoDB · migração do Firebase · insights de IA (Google Gemini) · app Android integrado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5074920"/>
            <a:ext cx="5943600" cy="0"/>
          </a:xfrm>
          <a:prstGeom prst="line">
            <a:avLst/>
          </a:prstGeom>
          <a:noFill/>
          <a:ln w="12700">
            <a:solidFill>
              <a:srgbClr val="3B43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1937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(nome completo — RM)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486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◻ Nome completo do integrante 1 — RM 000000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◻ Nome completo do integrante 2 — RM 000000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◻ Nome completo do integrante 3 — RM 000000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◻ Nome completo do integrante 4 — RM 000000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5486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 PREENCHER PELO GRUPO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874520"/>
            <a:ext cx="2544775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2020824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715768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entregue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246120"/>
            <a:ext cx="22155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backend em Firebase para uma plataforma própria, ponta a ponta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67735" y="1874520"/>
            <a:ext cx="2544775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32327" y="2020824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32327" y="2715768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backend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32327" y="3246120"/>
            <a:ext cx="22155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Architecture, .NET 8, MongoDB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78270" y="1874520"/>
            <a:ext cx="2544775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2862" y="2020824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42862" y="2715768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da API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42862" y="3246120"/>
            <a:ext cx="22155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endpoints, contrato versionado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88806" y="1874520"/>
            <a:ext cx="2544775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53398" y="2020824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353398" y="2715768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353398" y="3246120"/>
            <a:ext cx="22155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perfis, rate limiting, hardening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2544775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4443984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5138928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Firebase → MongoDB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5669280"/>
            <a:ext cx="22155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própria, idempotente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67735" y="4297680"/>
            <a:ext cx="2544775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532327" y="4443984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3532327" y="5138928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de IA (Gemini)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3532327" y="5669280"/>
            <a:ext cx="22155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Modelo, guardrails, demonstração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78270" y="4297680"/>
            <a:ext cx="2544775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42862" y="4443984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6442862" y="5138928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↔ backend integrado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442862" y="5669280"/>
            <a:ext cx="22155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real, de ponta a ponta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88806" y="4297680"/>
            <a:ext cx="2544775" cy="210312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353398" y="4443984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9353398" y="5138928"/>
            <a:ext cx="221559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o que falta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9353398" y="5669280"/>
            <a:ext cx="221559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Testes, cobertura, próximos passos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um app com Firebase a uma plataforma própria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Sprint 1 rodava direto contra o Firebase (Auth + Firestore), com regras de negócio no próprio app. A Sprint 2 substitui isso por um backend real — com autenticação, regras de negócio, relatórios e IA no servidor — e migra os dados existentes, sem quebrar o app.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743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2606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46120" y="2743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1.158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(backend)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606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0" y="2743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(app)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23960" y="2606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23960" y="2743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8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Domain/Application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434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4343400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8 · ASP.NET Identity + JWT · EF Core · MongoDB (transações, réplica)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188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4818888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(generateContent) — insights sobre os resultados do dashboard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2943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5294376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→ MongoDB, ferramenta própria idempotente com relatório de conciliação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7698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5769864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Jetpack Compose, agora 100% integrado à API própria (Firebase Auth/Firestore removidos)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→ Application → Domain ← Infrastructure</a:t>
            </a:r>
            <a:endParaRPr lang="en-US" sz="3000" dirty="0"/>
          </a:p>
        </p:txBody>
      </p:sp>
      <p:pic>
        <p:nvPicPr>
          <p:cNvPr id="4" name="Image 0" descr="/Volumes/MacOnlySSD/dev/fiap/fase3/github/aguia-branca/docs/arquitetura/backend-arquite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5177536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00496" y="2011680"/>
            <a:ext cx="570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fala só com a API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000496" y="2304288"/>
            <a:ext cx="570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acessa Mongo ou Gemini diretamente — HTTPS + Bearer JWT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00496" y="2907792"/>
            <a:ext cx="570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dependência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000496" y="3200400"/>
            <a:ext cx="570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→ Application → Domain ← Infrastructure (inversão de dependência)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000496" y="3803904"/>
            <a:ext cx="570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é puro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000496" y="4096512"/>
            <a:ext cx="570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ASP.NET, EF Core, MongoDB ou HTTP — verificado por teste de arquitetura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000496" y="4700016"/>
            <a:ext cx="570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MediatR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000496" y="4992624"/>
            <a:ext cx="570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handler por caso de uso, injetado direto — menos indireção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000496" y="5596128"/>
            <a:ext cx="5703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 transações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000496" y="5888736"/>
            <a:ext cx="570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set (rs0); índices e TTL criados por um initializer no startup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essa organização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36118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606040"/>
            <a:ext cx="309981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regras (BadgeEvaluator, PointsRules), enums. Zero dependência de ASP.NET, EF Core, MongoDB ou HTTP — verificado por teste de arquitetura.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82880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2103120"/>
            <a:ext cx="3611880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5196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606040"/>
            <a:ext cx="309981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handler por caso de uso, sem MediatR — rastro direto do controller até a regra de negócio. FluentValidation + Result&lt;T&gt;/Error.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875">
            <a:solidFill>
              <a:srgbClr val="3B7D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82880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3B7DD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2103120"/>
            <a:ext cx="3611880" cy="292608"/>
          </a:xfrm>
          <a:prstGeom prst="rect">
            <a:avLst/>
          </a:prstGeom>
          <a:solidFill>
            <a:srgbClr val="3B7DD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606040"/>
            <a:ext cx="309981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as portas da Application: EF Core + MongoDB, transações com retry, JWT/Identity, cliente do Gemini resiliente.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897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MediatR: um time pequeno ganha mais navegando direto do controller até a regra do que com a indireção extra de pipeline behaviors.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API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endpoints, documentados a partir do OpenAPI real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docs/api/ENDPOINTS.md é gerado por script a partir de docs/api/openapi.json (exportado do Swagger da API rodando) — rota, perfis, payload e resposta de exemplo, erros específicos. Perfis vêm da matriz de autorização testada no backend.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11247120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2468880"/>
                <a:gridCol w="3383280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· refresh · logout · 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 / autenticado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/auth/login → accessToken + refreshToken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Orientações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· get · create · update · delete ·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autenticado / LIDER escreve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/guidelines (título, pilar, campanha)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· get · create · update · delete · ice · approve · reject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OPERADOR/GESTOR cria · GESTOR avalia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/ideas/{id}/approve → cria projeto, +50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· get · updates · create · update · 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 escreve · GESTOR/LIDER lê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/projects/{id} → diff + version (409 se divergir)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· guidelines · guidelines/{id} · projects/{id}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/reports/summary?period=&amp;division=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/reports/insights {period, refresh}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· ranking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GESTOR/LIDER / autenticado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/users/ranking → top do mês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Autenticação, perfis e endurecimento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9568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860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 (30 min) + refresh token opaco rotativo (7 dias). Reuso de um refresh já trocado revoga a família inteira.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35295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(policies)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85876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GestorOnly · LiderOnly · CanCreateIdea · ProjectsRead · UsersRead — testados numa matriz de 31 rotas × 4 identidades (124 casos).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974336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5102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e força bruta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543153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(ASP.NET Identity); 5 tentativas erradas bloqueiam a conta por 15 min; rate limit de 10 req/min por IP em /auth/*.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10528" y="19568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(B21)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2860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restrito a origens configuradas · limite de payload (413) · headers de segurança em toda resposta · HSTS em produção.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401568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5295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85876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JWT e chave do Gemini só por variável de ambiente; nunca em log; scan-secrets.sh varre o repositório antes de cada commit.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974336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10528" y="5102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padronizados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543153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application/problem+json com code estável e traceId; nenhuma resposta expõe stack trace.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DADOS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Firestore → MongoDB, sem perder referências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8716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852928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users, orientações, ideias, projetos e atualizações do Firestore (service account ou emulador)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2651760"/>
            <a:ext cx="173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52344" y="187452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89504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248716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889504" y="2852928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 tipa cada item; enum/número inválido é reportado, nunca aborta a migração inteira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73752" y="2651760"/>
            <a:ext cx="173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47488" y="187452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84648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248716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Remapear IDs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184648" y="2852928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_id novo é ObjectId; legacyId guarda o id do Firestore; toda referência é remapeada (autor, orientação, projeto de origem…)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168896" y="2651760"/>
            <a:ext cx="173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42632" y="187452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5A6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79792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479792" y="248716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2852928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por _id, mapa legado→novo salvo antes das gravações — reexecutar não duplica nada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2651760"/>
            <a:ext cx="173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37776" y="187452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74936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774936" y="248716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774936" y="2852928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Relatório: contagem origem × destino por coleção, órfãos, inválidos — sempre gerado, mesmo em --dry-run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3484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Senhas do Firebase Auth (scrypt) não migram por design — usuários recriados com senha temporária, e-mail preservado.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Pontos migram como evento de abertura (reason=MIGRATION); badges são recalculadas pelo avaliador do servidor.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45 testes unitários (parsers, regras de dado ruim, idempotência) + 7 testes de integração com MongoDB real, provando que a API funciona sobre os dados migrados.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 DE IA (PLUS)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sobre os resultados do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 escolhida: gerar, sob demanda, uma leitura executiva dos mesmos números do dashboard — resumo, destaques, riscos e recomendações priorizadas — para a liderança decidir mais rápido.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4572000" cy="384048"/>
          </a:xfrm>
          <a:prstGeom prst="roundRect">
            <a:avLst>
              <a:gd name="adj" fmla="val 19048"/>
            </a:avLst>
          </a:prstGeom>
          <a:solidFill>
            <a:srgbClr val="1E2761">
              <a:alpha val="1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5146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gemini-3.1-flash-lite (configurável)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212080" y="25146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5A623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12080" y="2514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/reports/insights · LIDER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329184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PII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639312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agregados e títulos truncados (80 car.) — nunca nome, e-mail ou id de usuário. Testado capturando o payload real.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315468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329184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Anti-injeção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639312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livres viram dado dentro de um bloco delimitado; orientações vão por referência (G1…), nunca por id.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315468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27648" y="329184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639312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20s por tentativa, 1 retry, circuit breaker. Falha → 503, nunca um insight inventado.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15984" y="315468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4F6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80576" y="3291840"/>
            <a:ext cx="2368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cota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80576" y="3639312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 por hash dos dados; refresh=true força novo. 6/min por usuário + teto diário atômico (aiUsage).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166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assumidas: free tier pequeno e instável (créditos podem se esgotar) · só português, tom executivo · a IA pode errar dentro do próprio schema — por isso o app sempre mostra “Gerado por IA — valide antes de decidir”.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 DE IA (PLUS)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— resposta real do Gemini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real, ambiente de desenvolvimento (dados do seed), ~2,7 s, modelo gemini-3.1-flash-lite: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6949440" cy="3931920"/>
          </a:xfrm>
          <a:prstGeom prst="roundRect">
            <a:avLst>
              <a:gd name="adj" fmla="val 1628"/>
            </a:avLst>
          </a:prstGeom>
          <a:solidFill>
            <a:srgbClr val="141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14600"/>
            <a:ext cx="64922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"summary":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 portfólio de inovação apresenta um ROI consolidado de 36,73%, com um lucro líquido de 90 mil reais gerado a partir de um investimento total de 245 mil reais. A eficiência operacional na logística destaca-se como o principal motor de retorno financeiro."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"risks":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D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["ROI negativo de 68,75% no projeto de sustentabilidade (G2)", "Alta concentração de valor em um único projeto de alta performance"]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"recommendations[0]":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F5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"title": "Revisão do projeto de sustentabilidade", "priority": "ALTA", "relatedGuidelineId": "665f…" 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"model": "gemini-3.1-flash-lite", "fromCache": false</a:t>
            </a:r>
            <a:endParaRPr lang="en-US" sz="1100" dirty="0"/>
          </a:p>
        </p:txBody>
      </p:sp>
      <p:pic>
        <p:nvPicPr>
          <p:cNvPr id="7" name="Image 0" descr="/Volumes/MacOnlySSD/dev/fiap/fase3/github/aguia-branca/docs/apresentacao/assets/mobile-04-story-recomend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331720"/>
            <a:ext cx="1783080" cy="3959352"/>
          </a:xfrm>
          <a:prstGeom prst="rect">
            <a:avLst/>
          </a:prstGeom>
        </p:spPr>
      </p:pic>
      <p:pic>
        <p:nvPicPr>
          <p:cNvPr id="8" name="Image 1" descr="/Volumes/MacOnlySSD/dev/fiap/fase3/github/aguia-branca/docs/apresentacao/assets/mobile-03-story-resu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2331720"/>
            <a:ext cx="1783080" cy="395935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35240" y="6355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em stories: resumo (esq.) e recomendação com prioridade (dir.)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↔ BACKEND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integrado, de ponta a ponta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 (Kotlin + Compose) → API .NET 8 real, no emulador, contra o backend em Docker. Sem mocks.</a:t>
            </a:r>
            <a:endParaRPr lang="en-US" sz="1250" dirty="0"/>
          </a:p>
        </p:txBody>
      </p:sp>
      <p:pic>
        <p:nvPicPr>
          <p:cNvPr id="5" name="Image 0" descr="/Volumes/MacOnlySSD/dev/fiap/fase3/github/aguia-branca/docs/apresentacao/assets/mobile-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0"/>
            <a:ext cx="1687068" cy="3749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6108192"/>
            <a:ext cx="18699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Dashboard — dados de /reports/summary, card de IA no topo</a:t>
            </a:r>
            <a:endParaRPr lang="en-US" sz="1000" dirty="0"/>
          </a:p>
        </p:txBody>
      </p:sp>
      <p:pic>
        <p:nvPicPr>
          <p:cNvPr id="7" name="Image 1" descr="/Volumes/MacOnlySSD/dev/fiap/fase3/github/aguia-branca/docs/apresentacao/assets/mobile-02-apresenta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308" y="2286000"/>
            <a:ext cx="1687068" cy="3749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2868" y="6108192"/>
            <a:ext cx="18699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Apresentação — botão gerar insights</a:t>
            </a:r>
            <a:endParaRPr lang="en-US" sz="1000" dirty="0"/>
          </a:p>
        </p:txBody>
      </p:sp>
      <p:pic>
        <p:nvPicPr>
          <p:cNvPr id="9" name="Image 2" descr="/Volumes/MacOnlySSD/dev/fiap/fase3/github/aguia-branca/docs/apresentacao/assets/mobile-05-ultimo-salv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2286000"/>
            <a:ext cx="1687068" cy="3749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79976" y="6108192"/>
            <a:ext cx="18699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Reabrir mostra o último salvo (cache do servidor)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6615684" y="2286000"/>
            <a:ext cx="5116068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Sessão: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JWT cifrados (Keystore) · refresh automático em 401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"Tempo real" por polling de 15s + invalidação imediata após cada escrita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Testado em cada camada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828800"/>
          <a:ext cx="57607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9224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828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1.158 testes no backend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1214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unitários + integração (Testcontainers e Mongo local) — os dois modos ficam verdes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26883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268833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testes no app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298094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MockWebServer/Turbine — refresh de token, mapeamento de erro, repositórios, ViewModels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35478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5478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Domain/Application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38404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94,6% / 94,9% de linhas (meta era ≥ 80%)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44074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44074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tests do dashboard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70001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conjuntos calculados à mão a partir das regras do Kotlin original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52669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526694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testada de verdade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55955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aprovações e conclusões simultâneas, teto diário de IA sob 10 requisições paralelas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112772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pronto e o que falta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EAF7EE"/>
          </a:solidFill>
          <a:ln w="12700">
            <a:solidFill>
              <a:srgbClr val="1B87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Backend: fases 0–7 (auth, orientações, ideias, projetos, relatórios, IA, hardening, matriz de autorização, migrador)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App: M01–M10 + M09b (insights no topo, apresentação em stories) — Firebase Auth/Firestore removidos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 compose local validado de ponta a ponta (Mongo + API + seed)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DF3E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7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Pendente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2316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 público da API (B24/OP-5) — fallback documentado: docker compose + IP da LAN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APK de release (M11) — depende da URL HTTPS do deploy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Validação do migrador contra um Firestore real/emulador (hoje só testado com dados fictícios)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INOVAGAB — Grupo Águia Branca · Sprint 2 · Challenge FIAP 2026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2976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athenabriana/aguia-branca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.specs/features/sprint2/ · docs/api/ENDPOINTS.md · docs/arquitetura/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2026-09-22T02:21:42Z</dcterms:created>
  <dcterms:modified xsi:type="dcterms:W3CDTF">2026-09-22T02:21:42Z</dcterms:modified>
</cp:coreProperties>
</file>